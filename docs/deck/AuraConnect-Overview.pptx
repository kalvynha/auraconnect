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AuraConnect replaces texting, paging and phone tag with one secure app for the whole hospice team — iPhone for the field, web console for the office.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jobs: communicate securely, coordinate the day, and keep the agency compliant without extra paperwork.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Permissions follow role and discipline: only RN, NP, MD or admins can record a death or recertify; volunteers see only their assigned patients.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a lock-screen notification says "New message" or "Urgent alert" — never a patient name. Staff open the app to see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Admins manage the org template library under Web → Templates (Seed defaults loads 11 hospice templates). Anyone can save personal templates.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alerts sound through silent mode once Apple approves the Critical Alerts entitlement.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@oncall-rn-north also works inside any channel: the mention resolves to the current shift holder, skipping anyone off duty.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35% figure comes from our simulated week at a census of 100 (2,000 messages): 19.2k → 12.5k pushes.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Phone numbers and addresses are tappable: call the caregiver or open Maps straight from the visit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access is audited and removed automatically at the end of the 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Non-admits (declined, not eligible, died before admission) are closed with a reason for tracking. Transfers from another hospice keep their benefit period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Bereavement risk must be chosen when recording the death — there is no default, so high-risk families are not under-triaged.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Clinical and compliance staff should confirm the deadline rules match your agency's interpretation before go-live.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Deactivating a member takes effect immediately across the app; the last admin cannot be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914400" cy="91440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AuraConnect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messaging and care coordination for hospice teams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quick tutorials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place for the whole care team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hospice: the right person, the right message, with nothing lost after hours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E2DC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731520" cy="73152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" y="19732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089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1:1, group, team and patient channels. Urgent messages escalate until someone acknowledges.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E2DC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783080"/>
            <a:ext cx="731520" cy="73152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915" y="197327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31089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view, visits, tasks, on-call routing, after-hours triage and IDG meetings in one app.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55448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E2DC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783080"/>
            <a:ext cx="731520" cy="73152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835" y="197327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compliant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31089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NOE, recert, F2F and HOPE deadlines tracked automatically, with a full audit trail.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around every role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85800" cy="68580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1367028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 case managers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36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view, visits, patient channels, handoff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1188720"/>
            <a:ext cx="685800" cy="6858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748" y="136702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532120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Aides &amp; LPNs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532120" y="1536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list, message my RN, photo updates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423160"/>
            <a:ext cx="685800" cy="68580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" y="260146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441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 &amp; NPs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2770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Escalations, recerts, IDG review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663440" y="2423160"/>
            <a:ext cx="685800" cy="6858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748" y="260146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532120" y="2441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work &amp; chaplains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532120" y="2770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Visits, IDG notes, bereavement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57200" y="3657600"/>
            <a:ext cx="685800" cy="68580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" y="3835908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3675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4005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scan, AI extraction, admission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663440" y="3657600"/>
            <a:ext cx="685800" cy="6858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1748" y="3835908"/>
            <a:ext cx="329184" cy="32918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532120" y="3675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&amp; DON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532120" y="4005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schedules, reports, audit log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fits together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640080" cy="64008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130942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app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staff: messaging, Today, visits, triage, scanning. Face ID lock.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640080" cy="64008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1" y="226954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103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staff and admins: intake, scheduling, reports, settings.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063240"/>
            <a:ext cx="640080" cy="64008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322966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under a HIPAA BAA. Encrypted, with a full audit trail.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937760" y="114300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166360" y="1325880"/>
            <a:ext cx="548640" cy="54864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006" y="146852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85216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by design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5166360" y="205740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never show patient details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lock and blur in the app switcher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text stays on the device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removed instantly when staff leave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clinical action is audited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822960" cy="82296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67701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423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tutorials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takes about a minute. Steps refer to the iPhone app unless marked Web.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a message with a template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749040" cy="310896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9144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→ pick a conversation, or tap New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417320"/>
            <a:ext cx="4224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conversation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channels already include the whole care team.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075688"/>
            <a:ext cx="4224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"/" or tap the template button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SBAR, fall report, symptom crisis, running late…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2734056"/>
            <a:ext cx="4224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short form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name, code status and your name fill in for you.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3392424"/>
            <a:ext cx="4224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priority and send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Urgent or Critical. Urgent messages escalate until acknowledged.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331720" cy="356616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25400">
            <a:solidFill>
              <a:srgbClr val="1F4E5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1298448"/>
            <a:ext cx="2112264" cy="384048"/>
          </a:xfrm>
          <a:prstGeom prst="roundRect">
            <a:avLst>
              <a:gd name="adj" fmla="val 28571"/>
            </a:avLst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27648" y="129844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Alice – Care Team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182880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3952" y="182880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SBAR — S: New onset dyspnea at rest. B: Lung CA, on O2 2L…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89520" y="2578608"/>
            <a:ext cx="731520" cy="256032"/>
          </a:xfrm>
          <a:prstGeom prst="roundRect">
            <a:avLst>
              <a:gd name="adj" fmla="val 35714"/>
            </a:avLst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62672" y="2578608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2944368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36792" y="294436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Patel: Seen — calling you now.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06640" y="3511296"/>
            <a:ext cx="914400" cy="329184"/>
          </a:xfrm>
          <a:prstGeom prst="roundRect">
            <a:avLst>
              <a:gd name="adj" fmla="val 27778"/>
            </a:avLst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79792" y="351129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my way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urgent alerts in seconds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383280" y="914400"/>
            <a:ext cx="3749040" cy="310896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520440" y="9144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screen notification · Alerts tab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331720" cy="3566160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25400">
            <a:solidFill>
              <a:srgbClr val="1F4E5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207008"/>
            <a:ext cx="2112264" cy="384048"/>
          </a:xfrm>
          <a:prstGeom prst="roundRect">
            <a:avLst>
              <a:gd name="adj" fmla="val 28571"/>
            </a:avLst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207008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screen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20574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5E2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1737360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AuraConnect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alert — tap to acknowledge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2487168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2487168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2944368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2944368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Reply…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1417320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1371600"/>
            <a:ext cx="4773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Long-press the notification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Acknowledge or Reply after unlocking. No patient details are shown.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83280" y="2075688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13632" y="2029968"/>
            <a:ext cx="4773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reply in the chat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Replying in the channel automatically acknowledges your alert.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383280" y="2734056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8328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913632" y="2688336"/>
            <a:ext cx="4773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one-tap quick replies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 my way", "Call me", "Will visit within 1 hr".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383280" y="3392424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8328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913632" y="3346704"/>
            <a:ext cx="4773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Unanswered alerts escalate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escalation policy pages the next person until someone acknowledges.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the right person — even at 2am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 role instead of guessing who is working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E8F1EC"/>
          </a:solidFill>
          <a:ln w="12700">
            <a:solidFill>
              <a:srgbClr val="D5E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81912"/>
            <a:ext cx="621792" cy="621792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746" y="1743578"/>
            <a:ext cx="298460" cy="298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3619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@mention someone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85623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@ and pick a name, e.g. @Dr. Patel. Only mentioned people are pinged in busy channels.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487168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5E2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606040"/>
            <a:ext cx="621792" cy="621792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46" y="2767706"/>
            <a:ext cx="298460" cy="298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560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the on-call role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288036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message → On-call role → "On-call RN North". It goes to whoever is on shift right now.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3511296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E8F1EC"/>
          </a:solidFill>
          <a:ln w="12700">
            <a:solidFill>
              <a:srgbClr val="D5E2D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3630168"/>
            <a:ext cx="621792" cy="621792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46" y="3791834"/>
            <a:ext cx="298460" cy="298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5844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directory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904488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→ Directory shows who is available, in a visit, off, or out of office.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your notifications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749040" cy="310896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9144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→ My status · Notifications · channel 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417320"/>
            <a:ext cx="4407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status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Available, In visit, Busy or Off. Colleagues see it in the directory.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075688"/>
            <a:ext cx="4407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quiet hours or off-shift quiet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messages wait; urgent and critical always come through.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2734056"/>
            <a:ext cx="4407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each channel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channel name → All, Mentions only, Urgent only, or Mute for a while.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3392424"/>
            <a:ext cx="4407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away? Set out of office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return date and a delegate; people who message you are pointed to them.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760720" y="1463040"/>
            <a:ext cx="2926080" cy="2926080"/>
          </a:xfrm>
          <a:prstGeom prst="roundRect">
            <a:avLst>
              <a:gd name="adj" fmla="val 4688"/>
            </a:avLst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1691640"/>
            <a:ext cx="822960" cy="82296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6250" y="1905610"/>
            <a:ext cx="395021" cy="395021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760720" y="2606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4400" dirty="0"/>
          </a:p>
        </p:txBody>
      </p:sp>
      <p:sp>
        <p:nvSpPr>
          <p:cNvPr id="21" name="Text 18"/>
          <p:cNvSpPr txBox="1"/>
          <p:nvPr/>
        </p:nvSpPr>
        <p:spPr>
          <a:xfrm>
            <a:off x="5989320" y="3337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message notifications in our load test with typical settings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your day on the Today tab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E2D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463040"/>
            <a:ext cx="594360" cy="59436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6175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alerts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8562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alerts with the patient name. Swipe to acknowledge.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E2D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1463040"/>
            <a:ext cx="594360" cy="59436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574" y="16175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today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185623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Address, code status, allergies and caregiver at a tap. Swipe to complete.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E2D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3154680"/>
            <a:ext cx="594360" cy="59436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4" y="330921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&amp; overdue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35478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 missed visit late or reschedule it.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663440" y="292608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5E2D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92040" y="3154680"/>
            <a:ext cx="594360" cy="59436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574" y="330921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6928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due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669280" y="35478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Admission, recert and post-death checklists, assigned automatically.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an after-hours call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749040" cy="310896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9144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→ Triage calls → Log call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417320"/>
            <a:ext cx="45902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call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Caller, patient, reason, symptoms and urgency. It routes to the on-call nurse.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075688"/>
            <a:ext cx="45902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and emergent calls page on-call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escalate until acknowledged. Routine calls still notify the assignee.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2734056"/>
            <a:ext cx="45902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with a disposition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given, visit made, MD contacted, 911… Add a PRN visit in one step.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3392424"/>
            <a:ext cx="45902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handoff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handoff → "My overnight activity" summarizes calls, visits and deaths.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52160" y="155448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89320" y="15544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call and not on the care team? Tap "Join for on-call coverage" to read the patient's channel until your shift ends.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referral to admission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it once — AI drafts the chart, a person always confirms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0120" y="1600200"/>
            <a:ext cx="868680" cy="86868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977" y="1826057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20240" y="2029968"/>
            <a:ext cx="1051560" cy="0"/>
          </a:xfrm>
          <a:prstGeom prst="line">
            <a:avLst/>
          </a:prstGeom>
          <a:noFill/>
          <a:ln w="25400">
            <a:solidFill>
              <a:srgbClr val="84B59F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457200" y="2651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or upload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0175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camera, PDF, fax — or log a phone referral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063240" y="1600200"/>
            <a:ext cx="868680" cy="86868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097" y="1826057"/>
            <a:ext cx="416966" cy="41696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023360" y="2029968"/>
            <a:ext cx="1051560" cy="0"/>
          </a:xfrm>
          <a:prstGeom prst="line">
            <a:avLst/>
          </a:prstGeom>
          <a:noFill/>
          <a:ln w="25400">
            <a:solidFill>
              <a:srgbClr val="84B59F"/>
            </a:solidFill>
            <a:prstDash val="solid"/>
            <a:tailEnd type="triangle"/>
          </a:ln>
        </p:spPr>
      </p:sp>
      <p:sp>
        <p:nvSpPr>
          <p:cNvPr id="12" name="Text 8"/>
          <p:cNvSpPr txBox="1"/>
          <p:nvPr/>
        </p:nvSpPr>
        <p:spPr>
          <a:xfrm>
            <a:off x="2560320" y="2651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560320" y="30175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diagnoses, meds and physicians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166360" y="1600200"/>
            <a:ext cx="868680" cy="86868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217" y="1826057"/>
            <a:ext cx="416966" cy="41696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26480" y="2029968"/>
            <a:ext cx="1051560" cy="0"/>
          </a:xfrm>
          <a:prstGeom prst="line">
            <a:avLst/>
          </a:prstGeom>
          <a:noFill/>
          <a:ln w="25400">
            <a:solidFill>
              <a:srgbClr val="84B59F"/>
            </a:solidFill>
            <a:prstDash val="solid"/>
            <a:tailEnd type="triangle"/>
          </a:ln>
        </p:spPr>
      </p:sp>
      <p:sp>
        <p:nvSpPr>
          <p:cNvPr id="17" name="Text 12"/>
          <p:cNvSpPr txBox="1"/>
          <p:nvPr/>
        </p:nvSpPr>
        <p:spPr>
          <a:xfrm>
            <a:off x="4663440" y="2651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663440" y="30175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fields are highlighted, and duplicates flagged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269480" y="1600200"/>
            <a:ext cx="868680" cy="86868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337" y="1826057"/>
            <a:ext cx="416966" cy="41696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66560" y="2651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766560" y="30175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Consents, care team and visit plan; deadlines set automatically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94360" y="40690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15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 referral before reviewing it. Others see "X is reviewing", so two coordinators never collide.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Death visit and bereavement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749040" cy="310896"/>
          </a:xfrm>
          <a:prstGeom prst="roundRect">
            <a:avLst>
              <a:gd name="adj" fmla="val 50000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9144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card → Record death (RN, NP, MD)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417320"/>
            <a:ext cx="45902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death from the visit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pronounced by and location. The visit is completed, not cancelled.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075688"/>
            <a:ext cx="45902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is notified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 team gets an alert, and the channel stays open 72 hours for coordination.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79776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2734056"/>
            <a:ext cx="45902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Post-death tasks appear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MD, DME pickup, medication disposal, death summary.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3392424"/>
            <a:ext cx="45902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Bereavement plan starts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months of calls and letters with a risk assessment. Mailing lists export to CSV.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1554480"/>
            <a:ext cx="1463040" cy="1463040"/>
          </a:xfrm>
          <a:prstGeom prst="ellipse">
            <a:avLst/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2630" y="1934870"/>
            <a:ext cx="702259" cy="702259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85216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step is recorded for the chart and survey.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Deadlines and IDG, handled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automatically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097280" cy="502920"/>
          </a:xfrm>
          <a:prstGeom prst="roundRect">
            <a:avLst>
              <a:gd name="adj" fmla="val 18182"/>
            </a:avLst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5 days after election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67128"/>
            <a:ext cx="1097280" cy="502920"/>
          </a:xfrm>
          <a:prstGeom prst="roundRect">
            <a:avLst>
              <a:gd name="adj" fmla="val 18182"/>
            </a:avLst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671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Recert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1671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/ 90 / 60-day benefit periods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25496"/>
            <a:ext cx="1097280" cy="502920"/>
          </a:xfrm>
          <a:prstGeom prst="roundRect">
            <a:avLst>
              <a:gd name="adj" fmla="val 18182"/>
            </a:avLst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8254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F2F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8254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before period 3+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83864"/>
            <a:ext cx="1097280" cy="502920"/>
          </a:xfrm>
          <a:prstGeom prst="roundRect">
            <a:avLst>
              <a:gd name="adj" fmla="val 18182"/>
            </a:avLst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48386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483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admission, HUV1 and HUV2 windows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605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go to RN, NP and MD before the due date and escalate if overdue. Mark filed with the actual filing date.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1051560"/>
            <a:ext cx="3840480" cy="3703320"/>
          </a:xfrm>
          <a:prstGeom prst="roundRect">
            <a:avLst>
              <a:gd name="adj" fmla="val 2963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1234440"/>
            <a:ext cx="594360" cy="594360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9454" y="1388974"/>
            <a:ext cx="285293" cy="285293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806440" y="1325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IDG meetings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074920" y="201168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fills with patients due for review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AI prep for the whole agenda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discipline writes its own note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become assigned tasks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sets the next review date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essentials (Web)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once; the app routes and reminds from there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66928" cy="566928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1656161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1671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staff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4688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→ Invite. They get an email link and set a password.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508760"/>
            <a:ext cx="566928" cy="566928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521" y="165616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46120" y="21671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schedule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3246120" y="24688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shifts; copy last week; coverage-gap warnings.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1508760"/>
            <a:ext cx="566928" cy="566928"/>
          </a:xfrm>
          <a:prstGeom prst="ellipse">
            <a:avLst/>
          </a:prstGeom>
          <a:solidFill>
            <a:srgbClr val="1F4E5A"/>
          </a:solidFill>
          <a:ln w="12700">
            <a:solidFill>
              <a:srgbClr val="1F4E5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441" y="165616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035040" y="21671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policy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6035040" y="24688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paged next, and after how many minutes.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154680"/>
            <a:ext cx="566928" cy="566928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01" y="3302081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57200" y="38130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1148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schedulers, coordinators and QA just the access they need.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46120" y="3154680"/>
            <a:ext cx="566928" cy="566928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3521" y="3302081"/>
            <a:ext cx="272125" cy="27212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246120" y="38130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50" dirty="0"/>
          </a:p>
        </p:txBody>
      </p:sp>
      <p:sp>
        <p:nvSpPr>
          <p:cNvPr id="23" name="Text 16"/>
          <p:cNvSpPr txBox="1"/>
          <p:nvPr/>
        </p:nvSpPr>
        <p:spPr>
          <a:xfrm>
            <a:off x="3246120" y="41148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compliance, census, volunteer 5% and CSV export.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035040" y="3154680"/>
            <a:ext cx="566928" cy="566928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2441" y="3302081"/>
            <a:ext cx="272125" cy="27212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035040" y="38130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Offboarding</a:t>
            </a:r>
            <a:endParaRPr lang="en-US" sz="1450" dirty="0"/>
          </a:p>
        </p:txBody>
      </p:sp>
      <p:sp>
        <p:nvSpPr>
          <p:cNvPr id="27" name="Text 19"/>
          <p:cNvSpPr txBox="1"/>
          <p:nvPr/>
        </p:nvSpPr>
        <p:spPr>
          <a:xfrm>
            <a:off x="6035040" y="41148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wizard reassigns patients, visits, tasks and shifts.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4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11480" cy="41148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5" y="1524305"/>
            <a:ext cx="197510" cy="1975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your invite email and set a password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39112"/>
            <a:ext cx="411480" cy="41148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5" y="2146097"/>
            <a:ext cx="197510" cy="19751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0391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AuraConnect on your iPhone and turn on Face ID lock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2660904"/>
            <a:ext cx="411480" cy="41148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5" y="2767889"/>
            <a:ext cx="197510" cy="19751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266090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notifications, then set your status and quiet hours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3282696"/>
            <a:ext cx="411480" cy="41148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5" y="3389681"/>
            <a:ext cx="197510" cy="19751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328269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Today and review your patients, visits and tasks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48640" y="3904488"/>
            <a:ext cx="411480" cy="41148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5" y="4011473"/>
            <a:ext cx="197510" cy="19751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43000" y="39044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first message using a template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Ask your AuraConnect administrator.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AuraConnect — Overview &amp; Quick Tutorials</dc:title>
  <dc:subject>PptxGenJS Presentation</dc:subject>
  <dc:creator>PptxGenJS</dc:creator>
  <cp:lastModifiedBy>PptxGenJS</cp:lastModifiedBy>
  <cp:revision>1</cp:revision>
  <dcterms:created xsi:type="dcterms:W3CDTF">2026-09-27T05:10:42Z</dcterms:created>
  <dcterms:modified xsi:type="dcterms:W3CDTF">2026-09-27T05:10:42Z</dcterms:modified>
</cp:coreProperties>
</file>